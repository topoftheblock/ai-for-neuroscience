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9602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43530" y="2322576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C2D4B"/>
                </a:solidFill>
              </a:defRPr>
            </a:pPr>
            <a:r>
              <a:t>GeCCo Paper Study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855407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E6A82"/>
                </a:solidFill>
              </a:defRPr>
            </a:pPr>
            <a:r>
              <a:t>Experiments 1–4 + Logistic Function Explained with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1. Big Picture: What Is GeCCo Doing?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Traditional cognitive modeling: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researcher proposes theory → writes model → fits human data → compares models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GeCCo: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LLM reads task + data + constraints → generates model code → model is fitted → feedback improves next model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The goal is not only prediction.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The goal is to find simple, interpretable explanations of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91640"/>
            <a:ext cx="466344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0840" y="185623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Key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2199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LLM-generated models are tested against human behavioral data, not accepted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46120"/>
            <a:ext cx="466344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341071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7764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It broadens the search space of possible cognitive theories.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2. Experiment 1: Decision Making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Participants choose between two options.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Each option has binary features: 0 / 1.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Each feature has a validity: how reliable the feature is.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Question: how do people combine multiple cues?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Baseline model: pWADD.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Best LLM models outperformed the literature baseline.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 LLM model used feature validities plus a discount factor.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Main lesson: simple models can explain human choices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3. Experiment 1 Example: Weighted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Option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709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score(A) = Σ feature × validity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5262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If Option A has strong valid features, its score becomes higher.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39" y="1417320"/>
            <a:ext cx="5774923" cy="1719071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Choice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47091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8" y="2103121"/>
            <a:ext cx="57749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P(choose A) = logistic(scoreA − scoreB)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715768"/>
            <a:ext cx="45262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The score difference is converted into a probability between 0 and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Example: score(A) = 3, score(B) = 1</a:t>
            </a:r>
          </a:p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Difference = 2 → logistic(2) ≈ 0.88</a:t>
            </a:r>
          </a:p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Interpretation: the model predicts an 88% probability of choosing 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4. Experiment 2: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Participants repeatedly choose between options.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They receive feedback after each choice.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They learn which option is more rewarding.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This is similar to a bandit learning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Baseline: Rescorla–Wagner model variant.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 LLM model learned from chosen outcomes.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It also used forgone / counterfactual outcomes.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Main lesson: people learn from both what happened and what could have happened.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5. Experiment 2 Example: Prediction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Learning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79" y="2103120"/>
            <a:ext cx="48310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new value = old value + α × prediction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42144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α is the learning rate. It controls how strongly the model updates after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64467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Prediction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PE = reward − expected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715768"/>
            <a:ext cx="452628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If the result is better than expected, PE is positive; if worse, PE is negative.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Example: expected value of A = 0.4, reward = 1, α = 0.5</a:t>
            </a:r>
          </a:p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PE = 1 − 0.4 = 0.6</a:t>
            </a:r>
          </a:p>
          <a:p>
            <a:pPr>
              <a:spcAft>
                <a:spcPts val="700"/>
              </a:spcAft>
              <a:defRPr sz="2100">
                <a:solidFill>
                  <a:srgbClr val="191E28"/>
                </a:solidFill>
              </a:defRPr>
            </a:pPr>
            <a:r>
              <a:t>new value = 0.4 + 0.5 × 0.6 = 0.7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6. Experiment 3: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Classic two-step task.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Participants make a first-stage choice.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 choice leads to a second-stage state.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Transitions can be common or rare.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Baseline: hybrid model.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Classic theory: model-free + model-based control.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LLM model captured transition-dependent learning.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Main lesson: planning may be explained through learned transition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7. Experiment 3 Example: Common vs. Rare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Suppose action A usually leads to state X.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If A → X happens, it is a common transition.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If A → Y happens, it is a rare transition.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A planning model asks: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Did the reward come from the action itself, or from an unusual transition?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54480"/>
            <a:ext cx="466344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0840" y="171907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Model-free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84831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If action A was rewarded, repeat 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71800"/>
            <a:ext cx="466344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313639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Model-based intuition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50215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Use the transition structure to decide whether A is actually good.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389120"/>
            <a:ext cx="466344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455371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LLM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9194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The generated model tracked common and rare transitions separately.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8. Experiment 4: Working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Participants learn stimulus-action associations.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Low load: fewer associations.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High load: more associations.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The task separates reinforcement learning and working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7548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4800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Baseline: RL-WM model.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Low load: faster, more memory-like learning.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High load: slower, more RL-like learning.</a:t>
            </a:r>
          </a:p>
          <a:p>
            <a:pPr>
              <a:spcAft>
                <a:spcPts val="700"/>
              </a:spcAft>
              <a:defRPr sz="1600">
                <a:solidFill>
                  <a:srgbClr val="191E28"/>
                </a:solidFill>
              </a:defRPr>
            </a:pPr>
            <a:r>
              <a:t>Main lesson: LLMs can capture load-dependent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9. Experiment 4 Example: Cognitive 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Low load example: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Learn 3 stimulus-action mappings.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Working memory can hold them, so learning is fast.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High load example: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Learn 6 stimulus-action mappings.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Working memory is limited, so behavior relies more on slow reward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37360"/>
            <a:ext cx="457200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0840" y="1901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677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The LLM model captured the behavioral pattern without necessarily copying the full RL-WM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91840"/>
            <a:ext cx="4572000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34564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Teaching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82219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Similar behavior can sometimes be explained by different computational mechanisms.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10. Logistic Function: Why Do We Need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Cognitive models often compute a score.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But a score can be any real number:</a:t>
            </a:r>
          </a:p>
          <a:p>
            <a:pPr lvl="1">
              <a:spcAft>
                <a:spcPts val="400"/>
              </a:spcAft>
              <a:defRPr sz="1900">
                <a:solidFill>
                  <a:srgbClr val="191E28"/>
                </a:solidFill>
              </a:defRPr>
            </a:pPr>
            <a:r>
              <a:t>−10, −2, 0, 3, 100 ...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A probability must be between 0 and 1.</a:t>
            </a:r>
          </a:p>
          <a:p>
            <a:pPr>
              <a:spcAft>
                <a:spcPts val="700"/>
              </a:spcAft>
              <a:defRPr sz="2000">
                <a:solidFill>
                  <a:srgbClr val="191E28"/>
                </a:solidFill>
              </a:defRPr>
            </a:pPr>
            <a:r>
              <a:t>So we need a function that turns an unbounded score into a valid probability.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59" y="1828800"/>
            <a:ext cx="5394959" cy="2210314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0" y="199339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Logistic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359152"/>
            <a:ext cx="41148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251460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P = 1 / (1 + e^(−x))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127248"/>
            <a:ext cx="3931920" cy="640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Input x can be any real number. Output P is always between 0 and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11. Logistic Function: Three Key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246120" cy="274320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6479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x is very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30552"/>
            <a:ext cx="2788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Example: x = −10</a:t>
            </a:r>
            <a:br/>
            <a:br/>
            <a:r>
              <a:t>P ≈ 0</a:t>
            </a:r>
            <a:br/>
            <a:br/>
            <a:r>
              <a:t>Interpretation: choosing A is very unlikely.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246120" cy="274320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76479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130552"/>
            <a:ext cx="2788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P = 0.5</a:t>
            </a:r>
            <a:br/>
            <a:br/>
            <a:r>
              <a:t>Interpretation: both options are equally likely.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00200"/>
            <a:ext cx="3246120" cy="274320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76479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x is very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30552"/>
            <a:ext cx="2788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Example: x = 10</a:t>
            </a:r>
            <a:br/>
            <a:br/>
            <a:r>
              <a:t>P ≈ 1</a:t>
            </a:r>
            <a:br/>
            <a:br/>
            <a:r>
              <a:t>Interpretation: choosing A is very likely.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This is why logistic is often used for binary choices: choose A vs. choose 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12. Logistic Example: From Value Difference to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Choice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P(A) = logistic(valueA − valueB)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572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The model first compares the two option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Example 1: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valueA = 3, valueB = 1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x = 3 − 1 = 2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P(A) = logistic(2) ≈ 0.88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Example 2: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valueA = 1, valueB = 3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x = −2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P(A) = logistic(−2) ≈ 0.12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13. Logistic vs. Softmax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5029200" cy="38404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276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Logistic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4572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Used mainly for two choices.</a:t>
            </a:r>
            <a:br/>
            <a:br/>
            <a:r>
              <a:t>Input: one score difference x.</a:t>
            </a:r>
            <a:br/>
            <a:br/>
            <a:r>
              <a:t>Output: probability of one option.</a:t>
            </a:r>
            <a:br/>
            <a:br/>
            <a:r>
              <a:t>Example:</a:t>
            </a:r>
            <a:br/>
            <a:r>
              <a:t>P(A) = logistic(valueA − valueB)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63040"/>
            <a:ext cx="5029200" cy="384048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276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Softmax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572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Used for two or more choices.</a:t>
            </a:r>
            <a:br/>
            <a:br/>
            <a:r>
              <a:t>Input: a set of scores.</a:t>
            </a:r>
            <a:br/>
            <a:br/>
            <a:r>
              <a:t>Output: a probability distribution whose probabilities sum to 1.</a:t>
            </a:r>
            <a:br/>
            <a:br/>
            <a:r>
              <a:t>Example:</a:t>
            </a:r>
            <a:br/>
            <a:r>
              <a:t>P(A), P(B), P(C)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14. Softmax Example: Three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Softmax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9B4"/>
                </a:solidFill>
                <a:latin typeface="Cambria Math"/>
              </a:defRPr>
            </a:pPr>
            <a:r>
              <a:t>P(i) = exp(value_i) / Σ exp(value_j)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49377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Softmax turns multiple option values into probabilities that add up to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Example values: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A = 3, B = 1, C = 0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Approximate probabilities: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P(A) ≈ 0.84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P(B) ≈ 0.11</a:t>
            </a:r>
          </a:p>
          <a:p>
            <a:pPr lvl="1">
              <a:spcAft>
                <a:spcPts val="400"/>
              </a:spcAft>
              <a:defRPr sz="1700">
                <a:solidFill>
                  <a:srgbClr val="191E28"/>
                </a:solidFill>
              </a:defRPr>
            </a:pPr>
            <a:r>
              <a:t>P(C) ≈ 0.04</a:t>
            </a:r>
          </a:p>
          <a:p>
            <a:pPr>
              <a:spcAft>
                <a:spcPts val="700"/>
              </a:spcAft>
              <a:defRPr sz="1800">
                <a:solidFill>
                  <a:srgbClr val="191E28"/>
                </a:solidFill>
              </a:defRPr>
            </a:pPr>
            <a:r>
              <a:t>Interpretation: A is most likely, but the model still allows uncertainty.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15. Why Logistic Matters for This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The paper studies human choices and learning behavior.</a:t>
            </a:r>
          </a:p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Many cognitive models compute internal values, scores, or preferences.</a:t>
            </a:r>
          </a:p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But observed behavior is probabilistic: people do not always choose the same option.</a:t>
            </a:r>
          </a:p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Logistic and softmax functions connect hidden model values to observable choice probabilities.</a:t>
            </a:r>
          </a:p>
          <a:p>
            <a:pPr>
              <a:spcAft>
                <a:spcPts val="700"/>
              </a:spcAft>
              <a:defRPr sz="2200">
                <a:solidFill>
                  <a:srgbClr val="191E28"/>
                </a:solidFill>
              </a:defRPr>
            </a:pPr>
            <a:r>
              <a:t>This makes the model testable: predicted probabilities can be compared with real human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16. Summary of Experiments 1–4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51760" cy="402336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Experiment 1</a:t>
            </a:r>
            <a:br/>
            <a:r>
              <a:t>Decision 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91957"/>
            <a:ext cx="2194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How people combine binary features and validities.</a:t>
            </a:r>
            <a:br/>
            <a:br/>
            <a:r>
              <a:t>LLM found a simple weighted-choice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651760" cy="402336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5819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Experiment 2</a:t>
            </a:r>
            <a:br/>
            <a:r>
              <a:t>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52774"/>
            <a:ext cx="2194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How people update choices from feedback.</a:t>
            </a:r>
            <a:br/>
            <a:br/>
            <a:r>
              <a:t>LLM separated chosen and counterfactual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2651760" cy="402336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Experiment 3</a:t>
            </a:r>
            <a:br/>
            <a: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084" y="2491957"/>
            <a:ext cx="2194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How people use transition structure.</a:t>
            </a:r>
            <a:br/>
            <a:br/>
            <a:r>
              <a:t>LLM captured common vs. rare transition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17320"/>
            <a:ext cx="2651760" cy="4023360"/>
          </a:xfrm>
          <a:prstGeom prst="roundRect">
            <a:avLst/>
          </a:prstGeom>
          <a:solidFill>
            <a:srgbClr val="F6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5819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D4B"/>
                </a:solidFill>
              </a:defRPr>
            </a:pPr>
            <a:r>
              <a:t>Experiment 4</a:t>
            </a:r>
            <a:br/>
            <a:r>
              <a:t>Working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85570"/>
            <a:ext cx="2194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91E28"/>
                </a:solidFill>
              </a:defRPr>
            </a:pPr>
            <a:r>
              <a:t>How cognitive load affects learning.</a:t>
            </a:r>
            <a:br/>
            <a:br/>
            <a:r>
              <a:t>LLM captured fast low-load and slow high-load learning.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D4B"/>
                </a:solidFill>
              </a:defRPr>
            </a:pPr>
            <a:r>
              <a:t>17. Take-home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0972800" cy="18288"/>
          </a:xfrm>
          <a:prstGeom prst="rect">
            <a:avLst/>
          </a:prstGeom>
          <a:solidFill>
            <a:srgbClr val="DCE4F0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191E28"/>
                </a:solidFill>
              </a:defRPr>
            </a:pPr>
            <a:r>
              <a:t>GeCCo uses LLMs to generate computational cognitive models.</a:t>
            </a:r>
          </a:p>
          <a:p>
            <a:pPr>
              <a:spcAft>
                <a:spcPts val="700"/>
              </a:spcAft>
              <a:defRPr sz="2300">
                <a:solidFill>
                  <a:srgbClr val="191E28"/>
                </a:solidFill>
              </a:defRPr>
            </a:pPr>
            <a:r>
              <a:t>The models are not accepted by intuition; they are tested with behavioral data.</a:t>
            </a:r>
          </a:p>
          <a:p>
            <a:pPr>
              <a:spcAft>
                <a:spcPts val="700"/>
              </a:spcAft>
              <a:defRPr sz="2300">
                <a:solidFill>
                  <a:srgbClr val="191E28"/>
                </a:solidFill>
              </a:defRPr>
            </a:pPr>
            <a:r>
              <a:t>Experiments 1–4 show that LLM-generated models can match or outperform handcrafted baselines.</a:t>
            </a:r>
          </a:p>
          <a:p>
            <a:pPr>
              <a:spcAft>
                <a:spcPts val="700"/>
              </a:spcAft>
              <a:defRPr sz="2300">
                <a:solidFill>
                  <a:srgbClr val="191E28"/>
                </a:solidFill>
              </a:defRPr>
            </a:pPr>
            <a:r>
              <a:t>Logistic and softmax functions are important because they turn internal scores into choice probabilities.</a:t>
            </a:r>
          </a:p>
          <a:p>
            <a:pPr>
              <a:spcAft>
                <a:spcPts val="700"/>
              </a:spcAft>
              <a:defRPr sz="2300">
                <a:solidFill>
                  <a:srgbClr val="191E28"/>
                </a:solidFill>
              </a:defRPr>
            </a:pPr>
            <a:r>
              <a:t>The key learning point: cognitive models connect theory, computation, and human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E6A82"/>
                </a:solidFill>
              </a:defRPr>
            </a:pPr>
            <a:r>
              <a:t>GeCCo study summary — experiments &amp; logistic function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e26298</cp:lastModifiedBy>
  <cp:revision>2</cp:revision>
  <dcterms:created xsi:type="dcterms:W3CDTF">2013-01-27T09:14:16Z</dcterms:created>
  <dcterms:modified xsi:type="dcterms:W3CDTF">2026-05-15T21:39:21Z</dcterms:modified>
  <cp:category/>
</cp:coreProperties>
</file>